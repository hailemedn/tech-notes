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7" r:id="rId5"/>
    <p:sldId id="262" r:id="rId6"/>
    <p:sldId id="261" r:id="rId7"/>
    <p:sldId id="263" r:id="rId8"/>
    <p:sldId id="259" r:id="rId9"/>
    <p:sldId id="280" r:id="rId10"/>
    <p:sldId id="264" r:id="rId11"/>
    <p:sldId id="265" r:id="rId12"/>
    <p:sldId id="281" r:id="rId13"/>
    <p:sldId id="282" r:id="rId14"/>
    <p:sldId id="283" r:id="rId15"/>
    <p:sldId id="272" r:id="rId16"/>
    <p:sldId id="268" r:id="rId17"/>
    <p:sldId id="270" r:id="rId18"/>
    <p:sldId id="274" r:id="rId19"/>
    <p:sldId id="285" r:id="rId20"/>
    <p:sldId id="275" r:id="rId21"/>
    <p:sldId id="276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44C8-EDD8-140C-7C79-6A344596F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5B409-55F6-E43B-5ED8-5066765AF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EA789-05EA-AF48-BB86-5C7396FC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9D711-E88C-70AB-75E3-35C9ADE6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B740D-F550-39F4-2F41-8100A8C2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0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FCEE-D793-F907-82B1-C0E09FDF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F1AA-94EE-B4CF-18C7-0EBDA27D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9B83-C877-9593-2EF1-7625B3DB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9A19A-F15E-A692-22A9-BFFF13A1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8B13-0A2B-8319-51F6-D6D39FF7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49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3C80-75F7-E5FA-EF87-3941C200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F939B-2498-FBDC-0630-DF1E6450F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D311-5DFA-BF75-2A87-92A2492B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B04A0-7CA9-047E-7873-4F550604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D4B4-FC48-4872-912D-414FD718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8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00D2-FDD8-885B-B38C-C11935D4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BBD96-81CB-8A8E-A922-C6DFF1E29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12A8C-1AC5-057E-0A7D-41E4BFFA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8BEAD-A874-A241-A5B2-13AA3190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AA426-2DC4-5D5D-B313-4B9F0828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13F5A-D25D-389C-34F3-522DD147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0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C833-16E8-AB9A-7710-607644B1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3E668-16D1-9F23-ACFE-636BB666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B2600-F4D0-1CCC-AB3F-A95759971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F6168-F4D8-B7E6-B997-83F88AA02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6A610-8251-15E8-C6D3-9DE80D762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F300D-4ED9-0E9D-7FDB-A28416A9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F5502-B68C-407B-B46B-79696159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E2E06-1689-67FF-A1AC-135994CF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0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8BF0-DA81-EB60-7605-5B330EA7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10DB2-5827-408B-DEEA-687BF00D3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E7F36-EDAF-6AD2-77E9-58B8A86D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B4F8D-D480-2970-5BC5-59FF1827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0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16C8B-B6AA-1615-389F-2CCA5B5D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78DEA-25F3-408E-132C-DCC2D614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ABD54-34DF-28D3-CBBE-095DDFA4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3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487B-8509-22C2-AF36-4CE8A92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12E3B-5CCE-D39F-2935-05CEC616C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4590B-4CBA-80A1-6953-4FEC6A491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13E60-7D12-72BE-29E5-D9A8A5CBC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4F74E-67D2-C05B-9B52-C95319DC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3E1C5-E2D7-06C8-0A2B-C6106718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8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2D38-63AA-960C-E188-B631A5B2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3A4A0-D946-8707-B093-250E96704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179A0-5502-7E0F-D04B-F3A908F63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B447A-C07C-4A60-7208-64B263C4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7C910-F477-EAC2-9569-457854A6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EBB64-18A7-7ADD-DCB7-D2C94DED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0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6B1A-F0AA-1D69-7560-C4F28F42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4903B-5EA7-CE1A-1F54-BAD10DD97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FFE8-0ADE-C981-0367-5727FC9F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FE94F-BAAE-31EF-A415-997494B2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66-5827-948C-C8A7-5EAEFFC8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2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C3D467-E73A-0DA8-0541-3A89627D56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91E85-96AB-E3F5-B63D-331E74FAA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2BEE8-E6EE-2A12-E49B-9BD97F3A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F9624-648D-AF2B-577E-86F764EC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45C8B-F17C-81B5-0BEA-906CADA9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6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51DC4A-89C6-33C2-BF5C-ACA42F6C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75504-4E6C-314B-69E1-C3DCE41DA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E53BA-7FBF-E20A-5DCE-7F906D3A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51A2A-9C35-493B-B21C-3AE6BC591C4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D3FE8-D277-5F52-69AD-CD06FF2A5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F71E-AA05-B002-DCBE-A2C2C1C57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FF2CF-C9A8-472F-8E7F-C6D5200C6A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8D5A6-3439-FFEB-2C6B-B59957FC6E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55400" y="6642100"/>
            <a:ext cx="15065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C2 - Restricted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75244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D908-53AF-9DEA-47AA-605B4A627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29FED-F3C1-4058-FBB0-866976DE2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PS Core Impact during NCC</a:t>
            </a:r>
            <a:br>
              <a:rPr lang="en-US" dirty="0"/>
            </a:br>
            <a:r>
              <a:rPr lang="en-US" dirty="0"/>
              <a:t>Upgrade Activity</a:t>
            </a:r>
          </a:p>
        </p:txBody>
      </p:sp>
    </p:spTree>
    <p:extLst>
      <p:ext uri="{BB962C8B-B14F-4D97-AF65-F5344CB8AC3E}">
        <p14:creationId xmlns:p14="http://schemas.microsoft.com/office/powerpoint/2010/main" val="34408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F04C08-452A-B335-14D9-A64AB701665B}"/>
              </a:ext>
            </a:extLst>
          </p:cNvPr>
          <p:cNvSpPr txBox="1"/>
          <p:nvPr/>
        </p:nvSpPr>
        <p:spPr>
          <a:xfrm>
            <a:off x="666136" y="701561"/>
            <a:ext cx="8392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 SR and Gy on both MDC1 and MDC2 was impacted, Multiple dips were observed</a:t>
            </a:r>
            <a:br>
              <a:rPr lang="en-US" dirty="0"/>
            </a:br>
            <a:r>
              <a:rPr lang="en-US" dirty="0"/>
              <a:t> during switch over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E71E35-090C-30C0-7C6B-94A12EF6F6B8}"/>
              </a:ext>
            </a:extLst>
          </p:cNvPr>
          <p:cNvSpPr txBox="1"/>
          <p:nvPr/>
        </p:nvSpPr>
        <p:spPr>
          <a:xfrm>
            <a:off x="666136" y="1470809"/>
            <a:ext cx="766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Sy SR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D2CDA-844D-265A-4F61-5E67323DC6F2}"/>
              </a:ext>
            </a:extLst>
          </p:cNvPr>
          <p:cNvSpPr txBox="1"/>
          <p:nvPr/>
        </p:nvSpPr>
        <p:spPr>
          <a:xfrm>
            <a:off x="666136" y="223858"/>
            <a:ext cx="6059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2026-08-18 01:22, 02:20, 02:49, 03:23, 03:35, 04:15, 04:44,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C75208-F33B-7981-AB8D-5FE76AB03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64" y="1963058"/>
            <a:ext cx="9303228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6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48956-7D28-5A79-3DA9-76C4459E3E30}"/>
              </a:ext>
            </a:extLst>
          </p:cNvPr>
          <p:cNvSpPr txBox="1"/>
          <p:nvPr/>
        </p:nvSpPr>
        <p:spPr>
          <a:xfrm>
            <a:off x="1197429" y="827314"/>
            <a:ext cx="14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Gy Diameter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A853D-7B7E-EB4E-FFF0-F212C9B8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9" y="1444519"/>
            <a:ext cx="7817252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2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919219-C581-8147-3C64-50C9479AB893}"/>
              </a:ext>
            </a:extLst>
          </p:cNvPr>
          <p:cNvSpPr txBox="1"/>
          <p:nvPr/>
        </p:nvSpPr>
        <p:spPr>
          <a:xfrm>
            <a:off x="604157" y="815135"/>
            <a:ext cx="10983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Specifically, for Sy STR, It was impacted when traffic was blocked from DRA side to MDC1 NCC, due to </a:t>
            </a:r>
            <a:r>
              <a:rPr lang="en-US" b="1" dirty="0"/>
              <a:t>Diameter unknown session id failure cause</a:t>
            </a:r>
            <a:r>
              <a:rPr lang="en-US" dirty="0"/>
              <a:t>. Subsequent dips was also observed during switchover time. It recovered fully in the morning when traffic was unblocked from DRA side.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AAAE-537E-7B07-D358-81C555942DF7}"/>
              </a:ext>
            </a:extLst>
          </p:cNvPr>
          <p:cNvSpPr txBox="1"/>
          <p:nvPr/>
        </p:nvSpPr>
        <p:spPr>
          <a:xfrm>
            <a:off x="663677" y="1824386"/>
            <a:ext cx="879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Sy STR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0D7537-F7C3-A190-2F17-6446FD86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79639"/>
            <a:ext cx="9017463" cy="41404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859EE-2A21-57B3-18AD-46F129C32FCB}"/>
              </a:ext>
            </a:extLst>
          </p:cNvPr>
          <p:cNvSpPr txBox="1"/>
          <p:nvPr/>
        </p:nvSpPr>
        <p:spPr>
          <a:xfrm>
            <a:off x="3126657" y="359882"/>
            <a:ext cx="1964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2026-08-18  07:42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996BE-F22D-946D-C82A-BCBF4E7F16AF}"/>
              </a:ext>
            </a:extLst>
          </p:cNvPr>
          <p:cNvSpPr txBox="1"/>
          <p:nvPr/>
        </p:nvSpPr>
        <p:spPr>
          <a:xfrm>
            <a:off x="584072" y="359882"/>
            <a:ext cx="1917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2026-08-18 00:48</a:t>
            </a:r>
          </a:p>
        </p:txBody>
      </p:sp>
    </p:spTree>
    <p:extLst>
      <p:ext uri="{BB962C8B-B14F-4D97-AF65-F5344CB8AC3E}">
        <p14:creationId xmlns:p14="http://schemas.microsoft.com/office/powerpoint/2010/main" val="117000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25A73-F45F-0478-613A-C84A7DAF1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1673884"/>
            <a:ext cx="8712648" cy="39435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A2A85-30E4-5221-44DB-3D9B77210278}"/>
              </a:ext>
            </a:extLst>
          </p:cNvPr>
          <p:cNvSpPr txBox="1"/>
          <p:nvPr/>
        </p:nvSpPr>
        <p:spPr>
          <a:xfrm>
            <a:off x="1654629" y="1012371"/>
            <a:ext cx="756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dip on Sy STR, When traffic was blocked from DRA to MDC1 NCC</a:t>
            </a:r>
            <a:br>
              <a:rPr lang="en-US" dirty="0"/>
            </a:br>
            <a:r>
              <a:rPr lang="en-US" dirty="0"/>
              <a:t>Recovered after traffic was unblocked from DRA.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B753D-5A74-1391-3635-BD854AD65F96}"/>
              </a:ext>
            </a:extLst>
          </p:cNvPr>
          <p:cNvSpPr txBox="1"/>
          <p:nvPr/>
        </p:nvSpPr>
        <p:spPr>
          <a:xfrm>
            <a:off x="1654629" y="545356"/>
            <a:ext cx="201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2026-08-18   23:49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3A892-24DB-2332-F9C9-6A320108A067}"/>
              </a:ext>
            </a:extLst>
          </p:cNvPr>
          <p:cNvSpPr txBox="1"/>
          <p:nvPr/>
        </p:nvSpPr>
        <p:spPr>
          <a:xfrm>
            <a:off x="3839281" y="545356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2026-08-20   03:10</a:t>
            </a:r>
          </a:p>
        </p:txBody>
      </p:sp>
    </p:spTree>
    <p:extLst>
      <p:ext uri="{BB962C8B-B14F-4D97-AF65-F5344CB8AC3E}">
        <p14:creationId xmlns:p14="http://schemas.microsoft.com/office/powerpoint/2010/main" val="407400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63F72-FF7B-D52C-AC96-59004CA4A7FA}"/>
              </a:ext>
            </a:extLst>
          </p:cNvPr>
          <p:cNvSpPr txBox="1"/>
          <p:nvPr/>
        </p:nvSpPr>
        <p:spPr>
          <a:xfrm>
            <a:off x="489156" y="332012"/>
            <a:ext cx="543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2026-08-19   11:20, 12:29, 12:52, 13:09, 13:38, 22:04,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EBB967-C9C9-ACE1-78C3-0D94EBEFF3E8}"/>
              </a:ext>
            </a:extLst>
          </p:cNvPr>
          <p:cNvSpPr txBox="1"/>
          <p:nvPr/>
        </p:nvSpPr>
        <p:spPr>
          <a:xfrm>
            <a:off x="489156" y="850425"/>
            <a:ext cx="8485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 SR and Gy on both MDC1 and MDC2 was impacted, Multiple dips were observed  </a:t>
            </a:r>
            <a:br>
              <a:rPr lang="en-US" dirty="0"/>
            </a:br>
            <a:r>
              <a:rPr lang="en-US" dirty="0"/>
              <a:t>due to MDC2 NCC SR being impacted (All part of ongoing activity).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C0E68-D1D2-85D9-FEAE-6196E784A5AE}"/>
              </a:ext>
            </a:extLst>
          </p:cNvPr>
          <p:cNvSpPr txBox="1"/>
          <p:nvPr/>
        </p:nvSpPr>
        <p:spPr>
          <a:xfrm>
            <a:off x="489156" y="1598928"/>
            <a:ext cx="8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 STR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6C8BB-1931-844A-B086-F3ED16C2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11" y="2142920"/>
            <a:ext cx="8649145" cy="3988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A005FE-EF35-F0D3-88C8-35B7576A5E26}"/>
              </a:ext>
            </a:extLst>
          </p:cNvPr>
          <p:cNvSpPr txBox="1"/>
          <p:nvPr/>
        </p:nvSpPr>
        <p:spPr>
          <a:xfrm>
            <a:off x="6268088" y="319895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2026-08-20   00:10 </a:t>
            </a:r>
          </a:p>
        </p:txBody>
      </p:sp>
    </p:spTree>
    <p:extLst>
      <p:ext uri="{BB962C8B-B14F-4D97-AF65-F5344CB8AC3E}">
        <p14:creationId xmlns:p14="http://schemas.microsoft.com/office/powerpoint/2010/main" val="275920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5D2D9-641C-3E81-08AA-748CCE99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17" y="1377844"/>
            <a:ext cx="9182572" cy="4102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534AFB-BF7E-CFF7-0720-286D8849A591}"/>
              </a:ext>
            </a:extLst>
          </p:cNvPr>
          <p:cNvSpPr txBox="1"/>
          <p:nvPr/>
        </p:nvSpPr>
        <p:spPr>
          <a:xfrm>
            <a:off x="1170417" y="865239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Gy</a:t>
            </a:r>
          </a:p>
        </p:txBody>
      </p:sp>
    </p:spTree>
    <p:extLst>
      <p:ext uri="{BB962C8B-B14F-4D97-AF65-F5344CB8AC3E}">
        <p14:creationId xmlns:p14="http://schemas.microsoft.com/office/powerpoint/2010/main" val="313421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CC17C1-157A-0A3F-FC39-D7411C4C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1377844"/>
            <a:ext cx="9334980" cy="4102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69E29-3755-ED33-949C-835E3DA87019}"/>
              </a:ext>
            </a:extLst>
          </p:cNvPr>
          <p:cNvSpPr txBox="1"/>
          <p:nvPr/>
        </p:nvSpPr>
        <p:spPr>
          <a:xfrm>
            <a:off x="1406013" y="471948"/>
            <a:ext cx="10130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2026-08-19   14:15</a:t>
            </a:r>
            <a:br>
              <a:rPr lang="en-US" dirty="0"/>
            </a:br>
            <a:r>
              <a:rPr lang="en-US" dirty="0"/>
              <a:t>Degradation on Total data volume, due to ongoing NCC upgrade activity, same time impact observed </a:t>
            </a:r>
          </a:p>
          <a:p>
            <a:r>
              <a:rPr lang="en-US" dirty="0"/>
              <a:t>from NCC side recharged impacted (Voucher based and voucher less).</a:t>
            </a:r>
          </a:p>
        </p:txBody>
      </p:sp>
    </p:spTree>
    <p:extLst>
      <p:ext uri="{BB962C8B-B14F-4D97-AF65-F5344CB8AC3E}">
        <p14:creationId xmlns:p14="http://schemas.microsoft.com/office/powerpoint/2010/main" val="132507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EED0F-B791-AB0E-EE43-9EABF225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55" y="1859989"/>
            <a:ext cx="8407832" cy="409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70FCA6-C9AB-691A-4289-044FD46EDB3D}"/>
              </a:ext>
            </a:extLst>
          </p:cNvPr>
          <p:cNvSpPr txBox="1"/>
          <p:nvPr/>
        </p:nvSpPr>
        <p:spPr>
          <a:xfrm>
            <a:off x="1283833" y="717383"/>
            <a:ext cx="397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2026-08-19  14:00 - 2026-08-20  19:45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6B68A-0CCA-DFF4-E180-908B1D813DEC}"/>
              </a:ext>
            </a:extLst>
          </p:cNvPr>
          <p:cNvSpPr txBox="1"/>
          <p:nvPr/>
        </p:nvSpPr>
        <p:spPr>
          <a:xfrm>
            <a:off x="1283833" y="1288686"/>
            <a:ext cx="103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observed an increase on Diameter </a:t>
            </a:r>
            <a:r>
              <a:rPr lang="en-US" dirty="0" err="1"/>
              <a:t>RatingFailed</a:t>
            </a:r>
            <a:r>
              <a:rPr lang="en-US" dirty="0"/>
              <a:t> Gy failure, which caused a slight degradation on Gy</a:t>
            </a:r>
          </a:p>
        </p:txBody>
      </p:sp>
    </p:spTree>
    <p:extLst>
      <p:ext uri="{BB962C8B-B14F-4D97-AF65-F5344CB8AC3E}">
        <p14:creationId xmlns:p14="http://schemas.microsoft.com/office/powerpoint/2010/main" val="236159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3053C9-14F5-3C60-8D9C-B2FFB211E4BB}"/>
              </a:ext>
            </a:extLst>
          </p:cNvPr>
          <p:cNvSpPr txBox="1"/>
          <p:nvPr/>
        </p:nvSpPr>
        <p:spPr>
          <a:xfrm>
            <a:off x="1001487" y="391885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2026-08-22  00:10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A16B8-3BCF-38C7-8A97-CE9C5628583E}"/>
              </a:ext>
            </a:extLst>
          </p:cNvPr>
          <p:cNvSpPr txBox="1"/>
          <p:nvPr/>
        </p:nvSpPr>
        <p:spPr>
          <a:xfrm>
            <a:off x="1001487" y="761217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2026-08-22  08:53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666B22-0D37-C5D1-0A57-DACEDFFD8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73" y="1844593"/>
            <a:ext cx="7734698" cy="3168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720F9B-0321-01F2-724B-92EB55E4D308}"/>
              </a:ext>
            </a:extLst>
          </p:cNvPr>
          <p:cNvSpPr txBox="1"/>
          <p:nvPr/>
        </p:nvSpPr>
        <p:spPr>
          <a:xfrm>
            <a:off x="1001487" y="1315215"/>
            <a:ext cx="470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dips observed due to ongoing activity</a:t>
            </a:r>
          </a:p>
        </p:txBody>
      </p:sp>
    </p:spTree>
    <p:extLst>
      <p:ext uri="{BB962C8B-B14F-4D97-AF65-F5344CB8AC3E}">
        <p14:creationId xmlns:p14="http://schemas.microsoft.com/office/powerpoint/2010/main" val="397339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092370-87DC-FDE5-562A-2F1CA3AB1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51" y="1301664"/>
            <a:ext cx="9691191" cy="4543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A2C211-3537-F0A9-A5AA-9523BC500387}"/>
              </a:ext>
            </a:extLst>
          </p:cNvPr>
          <p:cNvSpPr txBox="1"/>
          <p:nvPr/>
        </p:nvSpPr>
        <p:spPr>
          <a:xfrm>
            <a:off x="1001487" y="391885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2026-08-22  23:52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A8B41-CDCA-804B-7EA4-60B139828945}"/>
              </a:ext>
            </a:extLst>
          </p:cNvPr>
          <p:cNvSpPr txBox="1"/>
          <p:nvPr/>
        </p:nvSpPr>
        <p:spPr>
          <a:xfrm>
            <a:off x="7884068" y="391885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07:55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6763E-EFF5-B9FF-E1F2-7C7D70BBBC3A}"/>
              </a:ext>
            </a:extLst>
          </p:cNvPr>
          <p:cNvSpPr txBox="1"/>
          <p:nvPr/>
        </p:nvSpPr>
        <p:spPr>
          <a:xfrm>
            <a:off x="3479216" y="396018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02:05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FB942-534F-C944-CF7E-6C697BE1BF11}"/>
              </a:ext>
            </a:extLst>
          </p:cNvPr>
          <p:cNvSpPr txBox="1"/>
          <p:nvPr/>
        </p:nvSpPr>
        <p:spPr>
          <a:xfrm>
            <a:off x="5681642" y="391885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06:06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F063E-53DB-1F57-ADA4-17DF9C8B02F9}"/>
              </a:ext>
            </a:extLst>
          </p:cNvPr>
          <p:cNvSpPr txBox="1"/>
          <p:nvPr/>
        </p:nvSpPr>
        <p:spPr>
          <a:xfrm>
            <a:off x="1096551" y="887843"/>
            <a:ext cx="470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dips observed due to ongoing activity</a:t>
            </a:r>
          </a:p>
        </p:txBody>
      </p:sp>
    </p:spTree>
    <p:extLst>
      <p:ext uri="{BB962C8B-B14F-4D97-AF65-F5344CB8AC3E}">
        <p14:creationId xmlns:p14="http://schemas.microsoft.com/office/powerpoint/2010/main" val="60416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DCC7C-283B-9BDB-46FC-25C78F7E3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01" y="2223248"/>
            <a:ext cx="9849356" cy="41404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2D9640-356A-50C1-CD52-A12F27486B16}"/>
              </a:ext>
            </a:extLst>
          </p:cNvPr>
          <p:cNvSpPr txBox="1"/>
          <p:nvPr/>
        </p:nvSpPr>
        <p:spPr>
          <a:xfrm>
            <a:off x="1038025" y="494339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2026-08-22  04:33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60A4A-E07E-0C9E-3597-80CC163B1495}"/>
              </a:ext>
            </a:extLst>
          </p:cNvPr>
          <p:cNvSpPr txBox="1"/>
          <p:nvPr/>
        </p:nvSpPr>
        <p:spPr>
          <a:xfrm>
            <a:off x="1038025" y="897519"/>
            <a:ext cx="9113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an increase on unable to comply and unknown session id increase on Sy failures</a:t>
            </a:r>
          </a:p>
          <a:p>
            <a:r>
              <a:rPr lang="en-US" dirty="0"/>
              <a:t>Due to this we observed a slight degradation on Sy SR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A15F1-1E82-CA0E-D0E7-7F0FFBB19CF0}"/>
              </a:ext>
            </a:extLst>
          </p:cNvPr>
          <p:cNvSpPr txBox="1"/>
          <p:nvPr/>
        </p:nvSpPr>
        <p:spPr>
          <a:xfrm>
            <a:off x="1038025" y="1652716"/>
            <a:ext cx="73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 SR</a:t>
            </a:r>
          </a:p>
        </p:txBody>
      </p:sp>
    </p:spTree>
    <p:extLst>
      <p:ext uri="{BB962C8B-B14F-4D97-AF65-F5344CB8AC3E}">
        <p14:creationId xmlns:p14="http://schemas.microsoft.com/office/powerpoint/2010/main" val="2463494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E661D-1A1F-9017-CE9D-2153ECFF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5" y="1694285"/>
            <a:ext cx="8695910" cy="4023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EA86FC-809C-FD91-43AC-20F8CFFF7349}"/>
              </a:ext>
            </a:extLst>
          </p:cNvPr>
          <p:cNvSpPr txBox="1"/>
          <p:nvPr/>
        </p:nvSpPr>
        <p:spPr>
          <a:xfrm>
            <a:off x="1038025" y="67132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2026-08-22  04:33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F0281-39A6-77C5-88D1-F03C62F9B6A4}"/>
              </a:ext>
            </a:extLst>
          </p:cNvPr>
          <p:cNvSpPr txBox="1"/>
          <p:nvPr/>
        </p:nvSpPr>
        <p:spPr>
          <a:xfrm>
            <a:off x="1084064" y="1182802"/>
            <a:ext cx="193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Unable to comply</a:t>
            </a:r>
          </a:p>
        </p:txBody>
      </p:sp>
    </p:spTree>
    <p:extLst>
      <p:ext uri="{BB962C8B-B14F-4D97-AF65-F5344CB8AC3E}">
        <p14:creationId xmlns:p14="http://schemas.microsoft.com/office/powerpoint/2010/main" val="5813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215A1-A2F2-485B-F498-A6D7E0856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" y="892044"/>
            <a:ext cx="11983066" cy="5073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F0119-BC60-B103-C74D-399A6C6DCFD3}"/>
              </a:ext>
            </a:extLst>
          </p:cNvPr>
          <p:cNvSpPr txBox="1"/>
          <p:nvPr/>
        </p:nvSpPr>
        <p:spPr>
          <a:xfrm>
            <a:off x="422787" y="393291"/>
            <a:ext cx="22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 session ID</a:t>
            </a:r>
          </a:p>
        </p:txBody>
      </p:sp>
    </p:spTree>
    <p:extLst>
      <p:ext uri="{BB962C8B-B14F-4D97-AF65-F5344CB8AC3E}">
        <p14:creationId xmlns:p14="http://schemas.microsoft.com/office/powerpoint/2010/main" val="145351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E6294-5393-02F2-4D02-E0FF5480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63" y="1390545"/>
            <a:ext cx="9722350" cy="40769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81E30-50EF-985C-94E4-3127D78A003A}"/>
              </a:ext>
            </a:extLst>
          </p:cNvPr>
          <p:cNvSpPr txBox="1"/>
          <p:nvPr/>
        </p:nvSpPr>
        <p:spPr>
          <a:xfrm>
            <a:off x="773763" y="24330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07:14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0094E-0BB1-74F7-9561-285BF52A3C7F}"/>
              </a:ext>
            </a:extLst>
          </p:cNvPr>
          <p:cNvSpPr txBox="1"/>
          <p:nvPr/>
        </p:nvSpPr>
        <p:spPr>
          <a:xfrm>
            <a:off x="773763" y="612632"/>
            <a:ext cx="9485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observation as the pervious day, Increase on unable to comply and unknown session ID,</a:t>
            </a:r>
          </a:p>
          <a:p>
            <a:r>
              <a:rPr lang="en-US" dirty="0"/>
              <a:t>which resulted in a slight degradation on Sy SR</a:t>
            </a:r>
          </a:p>
        </p:txBody>
      </p:sp>
    </p:spTree>
    <p:extLst>
      <p:ext uri="{BB962C8B-B14F-4D97-AF65-F5344CB8AC3E}">
        <p14:creationId xmlns:p14="http://schemas.microsoft.com/office/powerpoint/2010/main" val="309846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9EB8A-B2D8-1807-6B3F-DD8BFB2D7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74" y="1678626"/>
            <a:ext cx="10631945" cy="45696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39D088-DB1E-07D2-08AE-E7F318204D6F}"/>
              </a:ext>
            </a:extLst>
          </p:cNvPr>
          <p:cNvSpPr txBox="1"/>
          <p:nvPr/>
        </p:nvSpPr>
        <p:spPr>
          <a:xfrm>
            <a:off x="1038025" y="67132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07:14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C3917-CF81-A4A2-ECF3-0E46D3C85FF6}"/>
              </a:ext>
            </a:extLst>
          </p:cNvPr>
          <p:cNvSpPr txBox="1"/>
          <p:nvPr/>
        </p:nvSpPr>
        <p:spPr>
          <a:xfrm>
            <a:off x="1229032" y="1366684"/>
            <a:ext cx="193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Unable to comply</a:t>
            </a:r>
          </a:p>
        </p:txBody>
      </p:sp>
    </p:spTree>
    <p:extLst>
      <p:ext uri="{BB962C8B-B14F-4D97-AF65-F5344CB8AC3E}">
        <p14:creationId xmlns:p14="http://schemas.microsoft.com/office/powerpoint/2010/main" val="144128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05119-3563-5C24-73B3-DB9A2AFF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55" y="1353325"/>
            <a:ext cx="10752217" cy="4643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76F202-90EE-8F4B-68CE-178B59464663}"/>
              </a:ext>
            </a:extLst>
          </p:cNvPr>
          <p:cNvSpPr txBox="1"/>
          <p:nvPr/>
        </p:nvSpPr>
        <p:spPr>
          <a:xfrm>
            <a:off x="623355" y="983993"/>
            <a:ext cx="22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 session ID</a:t>
            </a:r>
          </a:p>
        </p:txBody>
      </p:sp>
    </p:spTree>
    <p:extLst>
      <p:ext uri="{BB962C8B-B14F-4D97-AF65-F5344CB8AC3E}">
        <p14:creationId xmlns:p14="http://schemas.microsoft.com/office/powerpoint/2010/main" val="171330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203EB7-B8E5-A03F-2D06-8895F8E502C7}"/>
              </a:ext>
            </a:extLst>
          </p:cNvPr>
          <p:cNvSpPr txBox="1"/>
          <p:nvPr/>
        </p:nvSpPr>
        <p:spPr>
          <a:xfrm>
            <a:off x="1214314" y="560440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13:00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CCF0C-F828-5EFA-F0A9-293DF8211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754" y="1854103"/>
            <a:ext cx="8331628" cy="37593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0F6AA-1C46-9B64-0AF8-B2DCA119ECDA}"/>
              </a:ext>
            </a:extLst>
          </p:cNvPr>
          <p:cNvSpPr txBox="1"/>
          <p:nvPr/>
        </p:nvSpPr>
        <p:spPr>
          <a:xfrm>
            <a:off x="3677264" y="550607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2026-08-24  13:45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743701-98F5-7BC1-FDFC-A3ED6A917527}"/>
              </a:ext>
            </a:extLst>
          </p:cNvPr>
          <p:cNvSpPr txBox="1"/>
          <p:nvPr/>
        </p:nvSpPr>
        <p:spPr>
          <a:xfrm>
            <a:off x="1214314" y="1207271"/>
            <a:ext cx="700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Again, </a:t>
            </a:r>
            <a:r>
              <a:rPr lang="en-US" dirty="0" err="1"/>
              <a:t>RatingFailed</a:t>
            </a:r>
            <a:r>
              <a:rPr lang="en-US" dirty="0"/>
              <a:t> error increased, which resulted a slight dip on Gy </a:t>
            </a:r>
          </a:p>
        </p:txBody>
      </p:sp>
    </p:spTree>
    <p:extLst>
      <p:ext uri="{BB962C8B-B14F-4D97-AF65-F5344CB8AC3E}">
        <p14:creationId xmlns:p14="http://schemas.microsoft.com/office/powerpoint/2010/main" val="2878046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E2697-C70E-79C1-EFBC-507778E0A2CB}"/>
              </a:ext>
            </a:extLst>
          </p:cNvPr>
          <p:cNvSpPr txBox="1"/>
          <p:nvPr/>
        </p:nvSpPr>
        <p:spPr>
          <a:xfrm>
            <a:off x="1105517" y="376352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2026-08-23  17:44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36F82-E8CA-B656-7F3D-7808011BEAD0}"/>
              </a:ext>
            </a:extLst>
          </p:cNvPr>
          <p:cNvSpPr txBox="1"/>
          <p:nvPr/>
        </p:nvSpPr>
        <p:spPr>
          <a:xfrm>
            <a:off x="1105517" y="943140"/>
            <a:ext cx="1081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dip on Sy STR, Due to traffic being blocked from DRA and enabling inter-site connection from NCC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EE6F2-AA59-113E-8171-37F7DACC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169" y="2076979"/>
            <a:ext cx="8458635" cy="33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07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F8950-FE55-222E-E2BF-9090F60A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90" y="1950984"/>
            <a:ext cx="9246075" cy="4076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BE1F38-BF0A-1032-9D7A-E93CE62D1921}"/>
              </a:ext>
            </a:extLst>
          </p:cNvPr>
          <p:cNvSpPr txBox="1"/>
          <p:nvPr/>
        </p:nvSpPr>
        <p:spPr>
          <a:xfrm>
            <a:off x="471948" y="450942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2026-08-24  00:00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DEF23-43CD-6F49-7A87-A30AB37292AF}"/>
              </a:ext>
            </a:extLst>
          </p:cNvPr>
          <p:cNvSpPr txBox="1"/>
          <p:nvPr/>
        </p:nvSpPr>
        <p:spPr>
          <a:xfrm>
            <a:off x="2910346" y="450942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2026-08-25  10:00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44E38D-0F94-5B8F-2C49-390B04F22D40}"/>
              </a:ext>
            </a:extLst>
          </p:cNvPr>
          <p:cNvSpPr txBox="1"/>
          <p:nvPr/>
        </p:nvSpPr>
        <p:spPr>
          <a:xfrm>
            <a:off x="378697" y="1016297"/>
            <a:ext cx="11341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an increase on unable to comply and unknown session ID, due to ongoing MDC2 NCC Upgrade activity,</a:t>
            </a:r>
            <a:br>
              <a:rPr lang="en-US" dirty="0"/>
            </a:br>
            <a:r>
              <a:rPr lang="en-US" dirty="0"/>
              <a:t>which impacted Gy.</a:t>
            </a:r>
          </a:p>
        </p:txBody>
      </p:sp>
    </p:spTree>
    <p:extLst>
      <p:ext uri="{BB962C8B-B14F-4D97-AF65-F5344CB8AC3E}">
        <p14:creationId xmlns:p14="http://schemas.microsoft.com/office/powerpoint/2010/main" val="1362784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1680F-8AB8-3751-3FFC-7ED8F0651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84" y="1387370"/>
            <a:ext cx="9296878" cy="4083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5B1706-1C11-3D87-E743-E727A6CD80EB}"/>
              </a:ext>
            </a:extLst>
          </p:cNvPr>
          <p:cNvSpPr txBox="1"/>
          <p:nvPr/>
        </p:nvSpPr>
        <p:spPr>
          <a:xfrm>
            <a:off x="1140542" y="668593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2026-08-24  00:00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CF168-908E-2DD3-D719-9B5037BC04D8}"/>
              </a:ext>
            </a:extLst>
          </p:cNvPr>
          <p:cNvSpPr txBox="1"/>
          <p:nvPr/>
        </p:nvSpPr>
        <p:spPr>
          <a:xfrm>
            <a:off x="3146323" y="658650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2026-08-24  14:30  </a:t>
            </a:r>
          </a:p>
        </p:txBody>
      </p:sp>
    </p:spTree>
    <p:extLst>
      <p:ext uri="{BB962C8B-B14F-4D97-AF65-F5344CB8AC3E}">
        <p14:creationId xmlns:p14="http://schemas.microsoft.com/office/powerpoint/2010/main" val="1661072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CF727-48B7-A163-92A5-3567E13232E2}"/>
              </a:ext>
            </a:extLst>
          </p:cNvPr>
          <p:cNvSpPr txBox="1"/>
          <p:nvPr/>
        </p:nvSpPr>
        <p:spPr>
          <a:xfrm>
            <a:off x="996688" y="50492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BE857-908F-A851-9E52-91AFEC399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52" y="1279215"/>
            <a:ext cx="8998412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5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10081</TotalTime>
  <Words>412</Words>
  <Application>Microsoft Office PowerPoint</Application>
  <PresentationFormat>Widescreen</PresentationFormat>
  <Paragraphs>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Minetesnot Zeleke - Partner/Nokia</dc:creator>
  <cp:lastModifiedBy>Minetesnot Zeleke - Partner/Nokia</cp:lastModifiedBy>
  <cp:revision>10</cp:revision>
  <dcterms:created xsi:type="dcterms:W3CDTF">2026-08-18T10:17:17Z</dcterms:created>
  <dcterms:modified xsi:type="dcterms:W3CDTF">2026-09-09T19:33:11Z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e4f63d-e45c-439a-9591-c879fc7d84cf_Enabled">
    <vt:lpwstr>true</vt:lpwstr>
  </property>
  <property fmtid="{D5CDD505-2E9C-101B-9397-08002B2CF9AE}" pid="3" name="MSIP_Label_a4e4f63d-e45c-439a-9591-c879fc7d84cf_SetDate">
    <vt:lpwstr>2026-08-18T10:35:54Z</vt:lpwstr>
  </property>
  <property fmtid="{D5CDD505-2E9C-101B-9397-08002B2CF9AE}" pid="4" name="MSIP_Label_a4e4f63d-e45c-439a-9591-c879fc7d84cf_Method">
    <vt:lpwstr>Standard</vt:lpwstr>
  </property>
  <property fmtid="{D5CDD505-2E9C-101B-9397-08002B2CF9AE}" pid="5" name="MSIP_Label_a4e4f63d-e45c-439a-9591-c879fc7d84cf_Name">
    <vt:lpwstr>C2 Restricted</vt:lpwstr>
  </property>
  <property fmtid="{D5CDD505-2E9C-101B-9397-08002B2CF9AE}" pid="6" name="MSIP_Label_a4e4f63d-e45c-439a-9591-c879fc7d84cf_SiteId">
    <vt:lpwstr>5e563b91-9daf-498a-b342-4ad22c029ea1</vt:lpwstr>
  </property>
  <property fmtid="{D5CDD505-2E9C-101B-9397-08002B2CF9AE}" pid="7" name="MSIP_Label_a4e4f63d-e45c-439a-9591-c879fc7d84cf_ActionId">
    <vt:lpwstr>92255c31-8728-4e9f-8acd-5185b4fa2aa6</vt:lpwstr>
  </property>
  <property fmtid="{D5CDD505-2E9C-101B-9397-08002B2CF9AE}" pid="8" name="MSIP_Label_a4e4f63d-e45c-439a-9591-c879fc7d84cf_ContentBits">
    <vt:lpwstr>2</vt:lpwstr>
  </property>
  <property fmtid="{D5CDD505-2E9C-101B-9397-08002B2CF9AE}" pid="9" name="MSIP_Label_a4e4f63d-e45c-439a-9591-c879fc7d84cf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C2 - Restricted Information</vt:lpwstr>
  </property>
</Properties>
</file>